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16D2-1A84-40F3-93D8-7B7E57F6D1AF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1EC00CE-587C-4355-A9EC-0A396A699469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53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16D2-1A84-40F3-93D8-7B7E57F6D1AF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C00CE-587C-4355-A9EC-0A396A699469}" type="slidenum">
              <a:rPr lang="ru-RU" smtClean="0"/>
              <a:t>‹#›</a:t>
            </a:fld>
            <a:endParaRPr lang="ru-R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151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16D2-1A84-40F3-93D8-7B7E57F6D1AF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C00CE-587C-4355-A9EC-0A396A699469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884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16D2-1A84-40F3-93D8-7B7E57F6D1AF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C00CE-587C-4355-A9EC-0A396A699469}" type="slidenum">
              <a:rPr lang="ru-RU" smtClean="0"/>
              <a:t>‹#›</a:t>
            </a:fld>
            <a:endParaRPr lang="ru-R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983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16D2-1A84-40F3-93D8-7B7E57F6D1AF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C00CE-587C-4355-A9EC-0A396A699469}" type="slidenum">
              <a:rPr lang="ru-RU" smtClean="0"/>
              <a:t>‹#›</a:t>
            </a:fld>
            <a:endParaRPr lang="ru-R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059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16D2-1A84-40F3-93D8-7B7E57F6D1AF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C00CE-587C-4355-A9EC-0A396A699469}" type="slidenum">
              <a:rPr lang="ru-RU" smtClean="0"/>
              <a:t>‹#›</a:t>
            </a:fld>
            <a:endParaRPr lang="ru-R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4065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16D2-1A84-40F3-93D8-7B7E57F6D1AF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C00CE-587C-4355-A9EC-0A396A6994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398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16D2-1A84-40F3-93D8-7B7E57F6D1AF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C00CE-587C-4355-A9EC-0A396A699469}" type="slidenum">
              <a:rPr lang="ru-RU" smtClean="0"/>
              <a:t>‹#›</a:t>
            </a:fld>
            <a:endParaRPr lang="ru-R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504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ECE16D2-1A84-40F3-93D8-7B7E57F6D1AF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C00CE-587C-4355-A9EC-0A396A699469}" type="slidenum">
              <a:rPr lang="ru-RU" smtClean="0"/>
              <a:t>‹#›</a:t>
            </a:fld>
            <a:endParaRPr lang="ru-R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481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16D2-1A84-40F3-93D8-7B7E57F6D1AF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C00CE-587C-4355-A9EC-0A396A699469}" type="slidenum">
              <a:rPr lang="ru-RU" smtClean="0"/>
              <a:t>‹#›</a:t>
            </a:fld>
            <a:endParaRPr lang="ru-R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399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16D2-1A84-40F3-93D8-7B7E57F6D1AF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C00CE-587C-4355-A9EC-0A396A699469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280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E16D2-1A84-40F3-93D8-7B7E57F6D1AF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1EC00CE-587C-4355-A9EC-0A396A699469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3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AFF9AF-06BA-E94E-FBFB-FB878950F8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Презентация по лабораторной работе №7 Дисциплина: </a:t>
            </a:r>
            <a:r>
              <a:rPr lang="ru-RU" sz="1600" dirty="0"/>
              <a:t>Архитектура компьютеров и операционные системы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1DC5F99-7C2F-A6D0-388C-72DB7B626C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Дмитриева Кристина Евгеньевна НБИбд-03-25</a:t>
            </a:r>
          </a:p>
        </p:txBody>
      </p:sp>
    </p:spTree>
    <p:extLst>
      <p:ext uri="{BB962C8B-B14F-4D97-AF65-F5344CB8AC3E}">
        <p14:creationId xmlns:p14="http://schemas.microsoft.com/office/powerpoint/2010/main" val="2014810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DFF875-13B5-AC67-C413-B70EA96F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 Информация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9175D4-D209-1411-BBB6-026104BBC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Презентация по лабораторной работе №7 </a:t>
            </a:r>
          </a:p>
          <a:p>
            <a:pPr marL="0" indent="0">
              <a:buNone/>
            </a:pPr>
            <a:r>
              <a:rPr lang="ru-RU" dirty="0"/>
              <a:t>Автор</a:t>
            </a:r>
            <a:r>
              <a:rPr lang="en-US" dirty="0"/>
              <a:t>:</a:t>
            </a:r>
            <a:r>
              <a:rPr lang="ru-RU" dirty="0"/>
              <a:t>Дмитриева Кристина Евгеньевна</a:t>
            </a:r>
          </a:p>
          <a:p>
            <a:pPr marL="0" indent="0">
              <a:buNone/>
            </a:pPr>
            <a:r>
              <a:rPr lang="ru-RU" dirty="0"/>
              <a:t> Преподаватель: </a:t>
            </a:r>
            <a:r>
              <a:rPr lang="ru-RU" dirty="0" err="1"/>
              <a:t>Кулябов</a:t>
            </a:r>
            <a:r>
              <a:rPr lang="ru-RU" dirty="0"/>
              <a:t> Дмитрий Сергеевич, д.ф.-м.н., профессор кафедры теории вероятностей и кибербезопасности Российский университет дружбы народов</a:t>
            </a:r>
          </a:p>
        </p:txBody>
      </p:sp>
    </p:spTree>
    <p:extLst>
      <p:ext uri="{BB962C8B-B14F-4D97-AF65-F5344CB8AC3E}">
        <p14:creationId xmlns:p14="http://schemas.microsoft.com/office/powerpoint/2010/main" val="636167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971565-6648-4EC9-6B91-43642FF6E653}"/>
              </a:ext>
            </a:extLst>
          </p:cNvPr>
          <p:cNvSpPr txBox="1"/>
          <p:nvPr/>
        </p:nvSpPr>
        <p:spPr>
          <a:xfrm>
            <a:off x="3052011" y="2504038"/>
            <a:ext cx="6104020" cy="185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ru-RU" sz="2000" b="1" kern="10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Цель работы </a:t>
            </a:r>
          </a:p>
          <a:p>
            <a:pPr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Ознакомление с файловой системой Linux, её структурой, именами и содержанием каталогов. Приобретение практических навыков по применению команд для работы с файлами и каталогами, управлению процессами, проверке использования диска и обслуживанию файловой системы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1967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CB2CFBD-84B9-B882-12ED-215F8F54E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Выполнение самостоятельной работы</a:t>
            </a:r>
          </a:p>
          <a:p>
            <a:r>
              <a:rPr lang="ru-RU" dirty="0"/>
              <a:t>2.1. Копирование файла /</a:t>
            </a:r>
            <a:r>
              <a:rPr lang="ru-RU" dirty="0" err="1"/>
              <a:t>usr</a:t>
            </a:r>
            <a:r>
              <a:rPr lang="ru-RU" dirty="0"/>
              <a:t>/</a:t>
            </a:r>
            <a:r>
              <a:rPr lang="ru-RU" dirty="0" err="1"/>
              <a:t>include</a:t>
            </a:r>
            <a:r>
              <a:rPr lang="ru-RU" dirty="0"/>
              <a:t>/</a:t>
            </a:r>
            <a:r>
              <a:rPr lang="ru-RU" dirty="0" err="1"/>
              <a:t>sys</a:t>
            </a:r>
            <a:r>
              <a:rPr lang="ru-RU" dirty="0"/>
              <a:t>/</a:t>
            </a:r>
            <a:r>
              <a:rPr lang="ru-RU" dirty="0" err="1"/>
              <a:t>io.h</a:t>
            </a:r>
            <a:r>
              <a:rPr lang="ru-RU" dirty="0"/>
              <a:t> в домашний каталог</a:t>
            </a:r>
          </a:p>
          <a:p>
            <a:r>
              <a:rPr lang="ru-RU" dirty="0"/>
              <a:t>2.2. Создание директории ~/</a:t>
            </a:r>
            <a:r>
              <a:rPr lang="ru-RU" dirty="0" err="1"/>
              <a:t>ski.plases</a:t>
            </a:r>
            <a:endParaRPr lang="ru-RU" dirty="0"/>
          </a:p>
          <a:p>
            <a:r>
              <a:rPr lang="ru-RU" dirty="0"/>
              <a:t>2.3. Перемещение файла </a:t>
            </a:r>
            <a:r>
              <a:rPr lang="ru-RU" dirty="0" err="1"/>
              <a:t>equipment</a:t>
            </a:r>
            <a:r>
              <a:rPr lang="ru-RU" dirty="0"/>
              <a:t> в каталог ~/</a:t>
            </a:r>
            <a:r>
              <a:rPr lang="ru-RU" dirty="0" err="1"/>
              <a:t>ski.plases</a:t>
            </a:r>
            <a:endParaRPr lang="ru-RU" dirty="0"/>
          </a:p>
          <a:p>
            <a:r>
              <a:rPr lang="ru-RU" dirty="0"/>
              <a:t>2.4. Переименование файла в </a:t>
            </a:r>
            <a:r>
              <a:rPr lang="ru-RU" dirty="0" err="1"/>
              <a:t>equiplist</a:t>
            </a:r>
            <a:endParaRPr lang="ru-RU" dirty="0"/>
          </a:p>
          <a:p>
            <a:r>
              <a:rPr lang="ru-RU" dirty="0"/>
              <a:t>2.5. Создание файла abc1 и копирование с переименованием</a:t>
            </a:r>
          </a:p>
          <a:p>
            <a:r>
              <a:rPr lang="ru-RU" dirty="0"/>
              <a:t>2.6. Создание каталога </a:t>
            </a:r>
            <a:r>
              <a:rPr lang="ru-RU" dirty="0" err="1"/>
              <a:t>equipment</a:t>
            </a:r>
            <a:r>
              <a:rPr lang="ru-RU" dirty="0"/>
              <a:t> в ~/</a:t>
            </a:r>
            <a:r>
              <a:rPr lang="ru-RU" dirty="0" err="1"/>
              <a:t>ski.plases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8180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92B66F-4C18-0EA9-2A2D-CC07A21DD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666BC5A-A711-7215-AFC4-02AA23C7A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574" b="19735"/>
          <a:stretch>
            <a:fillRect/>
          </a:stretch>
        </p:blipFill>
        <p:spPr bwMode="auto">
          <a:xfrm>
            <a:off x="1277711" y="246392"/>
            <a:ext cx="10224478" cy="636521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84069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E0E81C-27E3-B77D-CC93-746B94802B71}"/>
              </a:ext>
            </a:extLst>
          </p:cNvPr>
          <p:cNvSpPr txBox="1"/>
          <p:nvPr/>
        </p:nvSpPr>
        <p:spPr>
          <a:xfrm>
            <a:off x="1973179" y="1853754"/>
            <a:ext cx="8767242" cy="3285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2.7. Перемещение файлов в каталог </a:t>
            </a:r>
            <a:r>
              <a:rPr lang="ru-RU" sz="1800" kern="100" spc="75" dirty="0" err="1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equipment</a:t>
            </a:r>
            <a:endParaRPr lang="ru-RU" sz="1800" kern="100" spc="75" dirty="0">
              <a:solidFill>
                <a:srgbClr val="595959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2.8. Создание и перемещение каталога ~/</a:t>
            </a:r>
            <a:r>
              <a:rPr lang="ru-RU" sz="1800" kern="100" spc="75" dirty="0" err="1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newdi</a:t>
            </a:r>
            <a:r>
              <a:rPr lang="en-US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ru-RU" sz="1800" kern="100" spc="75" dirty="0">
              <a:solidFill>
                <a:srgbClr val="595959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ru-RU" sz="2000" b="1" kern="10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Определение опций </a:t>
            </a:r>
            <a:r>
              <a:rPr lang="ru-RU" sz="2000" b="1" kern="100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chmod</a:t>
            </a:r>
            <a:r>
              <a:rPr lang="ru-RU" sz="2000" b="1" kern="10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присвоения прав доступа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3.1. Создание необходимых файлов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3.2. Изменение прав доступа</a:t>
            </a:r>
          </a:p>
          <a:p>
            <a:r>
              <a:rPr lang="ru-RU" b="1" dirty="0"/>
              <a:t>4. Выполнение упражнений</a:t>
            </a:r>
          </a:p>
          <a:p>
            <a:r>
              <a:rPr lang="ru-RU" dirty="0"/>
              <a:t>4.1. Просмотр содержимого файла /</a:t>
            </a:r>
            <a:r>
              <a:rPr lang="ru-RU" dirty="0" err="1"/>
              <a:t>etc</a:t>
            </a:r>
            <a:r>
              <a:rPr lang="ru-RU" dirty="0"/>
              <a:t>/</a:t>
            </a:r>
            <a:r>
              <a:rPr lang="ru-RU" dirty="0" err="1"/>
              <a:t>passwd</a:t>
            </a:r>
            <a:endParaRPr lang="ru-RU" dirty="0"/>
          </a:p>
          <a:p>
            <a:r>
              <a:rPr lang="ru-RU" dirty="0"/>
              <a:t>4.2. Копирование файла ~/</a:t>
            </a:r>
            <a:r>
              <a:rPr lang="ru-RU" dirty="0" err="1"/>
              <a:t>feathers</a:t>
            </a:r>
            <a:r>
              <a:rPr lang="ru-RU" dirty="0"/>
              <a:t> в ~/</a:t>
            </a:r>
            <a:r>
              <a:rPr lang="ru-RU" dirty="0" err="1"/>
              <a:t>file.old</a:t>
            </a:r>
            <a:endParaRPr lang="ru-RU" dirty="0"/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ru-RU" sz="1800" kern="100" spc="75" dirty="0">
              <a:solidFill>
                <a:srgbClr val="595959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619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49AD3F6-2EC3-31ED-8BD5-390DE7D071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56" b="19139"/>
          <a:stretch>
            <a:fillRect/>
          </a:stretch>
        </p:blipFill>
        <p:spPr bwMode="auto">
          <a:xfrm>
            <a:off x="1797091" y="0"/>
            <a:ext cx="8597817" cy="699233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14141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68F862-E1D7-CCAF-AF82-784B6C94F4A1}"/>
              </a:ext>
            </a:extLst>
          </p:cNvPr>
          <p:cNvSpPr txBox="1"/>
          <p:nvPr/>
        </p:nvSpPr>
        <p:spPr>
          <a:xfrm>
            <a:off x="2296026" y="946484"/>
            <a:ext cx="7599947" cy="3065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4.3. Перемещение файла ~/</a:t>
            </a:r>
            <a:r>
              <a:rPr lang="ru-RU" sz="1800" kern="100" spc="75" dirty="0" err="1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file.old</a:t>
            </a: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 каталог ~/</a:t>
            </a:r>
            <a:r>
              <a:rPr lang="ru-RU" sz="1800" kern="100" spc="75" dirty="0" err="1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play</a:t>
            </a:r>
            <a:endParaRPr lang="ru-RU" sz="1800" kern="100" spc="75" dirty="0">
              <a:solidFill>
                <a:srgbClr val="595959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4.4. Копирование каталога ~/</a:t>
            </a:r>
            <a:r>
              <a:rPr lang="ru-RU" sz="1800" kern="100" spc="75" dirty="0" err="1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play</a:t>
            </a: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 каталог ~/</a:t>
            </a:r>
            <a:r>
              <a:rPr lang="ru-RU" sz="1800" kern="100" spc="75" dirty="0" err="1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</a:t>
            </a:r>
            <a:endParaRPr lang="ru-RU" sz="1800" kern="100" spc="75" dirty="0">
              <a:solidFill>
                <a:srgbClr val="595959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4.5. Перемещение каталога ~/</a:t>
            </a:r>
            <a:r>
              <a:rPr lang="ru-RU" sz="1800" kern="100" spc="75" dirty="0" err="1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</a:t>
            </a: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 ~/</a:t>
            </a:r>
            <a:r>
              <a:rPr lang="ru-RU" sz="1800" kern="100" spc="75" dirty="0" err="1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play</a:t>
            </a: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 переименованием в </a:t>
            </a:r>
            <a:r>
              <a:rPr lang="ru-RU" sz="1800" kern="100" spc="75" dirty="0" err="1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games</a:t>
            </a:r>
            <a:endParaRPr lang="ru-RU" sz="1800" kern="100" spc="75" dirty="0">
              <a:solidFill>
                <a:srgbClr val="595959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4.6. Лишение владельца файла ~/</a:t>
            </a:r>
            <a:r>
              <a:rPr lang="ru-RU" sz="1800" kern="100" spc="75" dirty="0" err="1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feathers</a:t>
            </a: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права на чтение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4.7. Попытка просмотра файла ~/</a:t>
            </a:r>
            <a:r>
              <a:rPr lang="ru-RU" sz="1800" kern="100" spc="75" dirty="0" err="1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feathers</a:t>
            </a: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командой </a:t>
            </a:r>
            <a:r>
              <a:rPr lang="ru-RU" sz="1800" kern="100" spc="75" dirty="0" err="1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</a:t>
            </a:r>
            <a:endParaRPr lang="ru-RU" sz="1800" kern="100" spc="75" dirty="0">
              <a:solidFill>
                <a:srgbClr val="595959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4.8. Попытка копирования файла ~/</a:t>
            </a:r>
            <a:r>
              <a:rPr lang="ru-RU" sz="1800" kern="100" spc="75" dirty="0" err="1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feathers</a:t>
            </a:r>
            <a:endParaRPr lang="ru-RU" sz="1800" kern="100" spc="75" dirty="0">
              <a:solidFill>
                <a:srgbClr val="595959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4.9. Возврат владельцу файла ~/</a:t>
            </a:r>
            <a:r>
              <a:rPr lang="ru-RU" sz="1800" kern="100" spc="75" dirty="0" err="1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feathers</a:t>
            </a: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права на чтение</a:t>
            </a:r>
          </a:p>
        </p:txBody>
      </p:sp>
    </p:spTree>
    <p:extLst>
      <p:ext uri="{BB962C8B-B14F-4D97-AF65-F5344CB8AC3E}">
        <p14:creationId xmlns:p14="http://schemas.microsoft.com/office/powerpoint/2010/main" val="228486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709AEE8-42DF-8BE1-C19F-624CBAE804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85" b="16352"/>
          <a:stretch>
            <a:fillRect/>
          </a:stretch>
        </p:blipFill>
        <p:spPr bwMode="auto">
          <a:xfrm>
            <a:off x="1825105" y="417095"/>
            <a:ext cx="8541790" cy="549918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01106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F4745B-1DEE-FAEA-81C3-9D188D1E0565}"/>
              </a:ext>
            </a:extLst>
          </p:cNvPr>
          <p:cNvSpPr txBox="1"/>
          <p:nvPr/>
        </p:nvSpPr>
        <p:spPr>
          <a:xfrm>
            <a:off x="3052011" y="2002779"/>
            <a:ext cx="6104020" cy="2860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4.10. Лишение владельца каталога ~/</a:t>
            </a:r>
            <a:r>
              <a:rPr lang="ru-RU" sz="1800" kern="100" spc="75" dirty="0" err="1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play</a:t>
            </a: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права на выполнение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4.11. Попытка перехода в каталог ~/</a:t>
            </a:r>
            <a:r>
              <a:rPr lang="ru-RU" sz="1800" kern="100" spc="75" dirty="0" err="1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play</a:t>
            </a:r>
            <a:endParaRPr lang="ru-RU" sz="1800" kern="100" spc="75" dirty="0">
              <a:solidFill>
                <a:srgbClr val="595959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4.11. Попытка перехода в каталог</a:t>
            </a:r>
            <a:r>
              <a:rPr lang="ru-RU" sz="14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~/</a:t>
            </a:r>
            <a:r>
              <a:rPr lang="ru-RU" sz="1400" kern="100" spc="75" dirty="0" err="1">
                <a:solidFill>
                  <a:srgbClr val="59595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</a:t>
            </a:r>
            <a:endParaRPr lang="ru-RU" sz="1800" kern="100" spc="75" dirty="0">
              <a:solidFill>
                <a:srgbClr val="595959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Результат: возникает ошибка 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Permission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denied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", так как для входа в каталог необходимо право на выполнение (x).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4.12. Возврат владельцу каталога ~/</a:t>
            </a:r>
            <a:r>
              <a:rPr lang="ru-RU" sz="1800" kern="100" spc="75" dirty="0" err="1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play</a:t>
            </a: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права на выполнение</a:t>
            </a:r>
          </a:p>
        </p:txBody>
      </p:sp>
    </p:spTree>
    <p:extLst>
      <p:ext uri="{BB962C8B-B14F-4D97-AF65-F5344CB8AC3E}">
        <p14:creationId xmlns:p14="http://schemas.microsoft.com/office/powerpoint/2010/main" val="1504847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493520A-3B37-94E0-4A5D-BD0F402A72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54" b="41618"/>
          <a:stretch>
            <a:fillRect/>
          </a:stretch>
        </p:blipFill>
        <p:spPr bwMode="auto">
          <a:xfrm>
            <a:off x="2356900" y="737937"/>
            <a:ext cx="8983482" cy="468837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21385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17550C-255A-EE12-7AB1-9DAEDC29C351}"/>
              </a:ext>
            </a:extLst>
          </p:cNvPr>
          <p:cNvSpPr txBox="1"/>
          <p:nvPr/>
        </p:nvSpPr>
        <p:spPr>
          <a:xfrm>
            <a:off x="307206" y="213444"/>
            <a:ext cx="11577587" cy="5941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ru-RU" sz="2000" b="1" kern="10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Изучение команд </a:t>
            </a:r>
            <a:r>
              <a:rPr lang="ru-RU" sz="2000" b="1" kern="100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mount</a:t>
            </a:r>
            <a:r>
              <a:rPr lang="ru-RU" sz="2000" b="1" kern="10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1" kern="100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fsck</a:t>
            </a:r>
            <a:r>
              <a:rPr lang="ru-RU" sz="2000" b="1" kern="10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1" kern="100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mkfs</a:t>
            </a:r>
            <a:r>
              <a:rPr lang="ru-RU" sz="2000" b="1" kern="10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1" kern="100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kill</a:t>
            </a:r>
            <a:endParaRPr lang="ru-RU" sz="20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spc="75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6.1. Команда </a:t>
            </a:r>
            <a:r>
              <a:rPr lang="ru-RU" sz="1800" kern="100" spc="75" dirty="0" err="1">
                <a:solidFill>
                  <a:srgbClr val="59595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mount</a:t>
            </a:r>
            <a:endParaRPr lang="ru-RU" sz="1800" kern="100" spc="75" dirty="0">
              <a:solidFill>
                <a:srgbClr val="595959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Назначение: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монтирование файловых систем (подключение устройств к дереву каталогов).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Просмотр смонтированных файловых систем: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Просмотр использования дисков: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Просмотр файла /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etc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fstab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(таблица монтирования):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Теоретическое описание монтирования (для справки):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Команда 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mount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используется для подключения файловой системы устройства к дереву каталогов. Общий формат: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bash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mount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[-t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тип_фс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 [-o опции] устройство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точка_монтирования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Примеры (теоретически):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mount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/sdb1 /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usb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— монтирование устройства в каталог /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usb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mount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-t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vfat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/sdb1 /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usb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— монтирование с указанием типа FAT32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mount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-o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/sdb1 /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usb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— монтирование в режиме только чтения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umount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usb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— демонтирование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879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9EB0EC0-569F-C976-F2FF-05D7CE72B8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91" b="20483"/>
          <a:stretch>
            <a:fillRect/>
          </a:stretch>
        </p:blipFill>
        <p:spPr bwMode="auto">
          <a:xfrm>
            <a:off x="2438400" y="180535"/>
            <a:ext cx="7315200" cy="667746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09133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6C0076-BA31-B00D-FC8A-F2CE30C2DBB2}"/>
              </a:ext>
            </a:extLst>
          </p:cNvPr>
          <p:cNvSpPr txBox="1"/>
          <p:nvPr/>
        </p:nvSpPr>
        <p:spPr>
          <a:xfrm>
            <a:off x="465221" y="0"/>
            <a:ext cx="13539537" cy="687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-RU" sz="2800" b="1" kern="10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Выводы по лабораторной работе № 5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6350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6350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ходе выполнения лабораторной работы я: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6350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6350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**Освоила основные команды для работы с файлами и каталогами:**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6350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- `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touch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 — создание файлов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6350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- `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cp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 — копирование файлов и каталогов (с опцией `-r` для рекурсивного копирования)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6350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- `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mv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 — перемещение и переименование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6350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- `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mkdir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 и `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rmdir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 — создание и удаление каталогов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6350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- `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rm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 — удаление файлов и каталогов (с опцией `-r`)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6350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6350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**Изучила команды для просмотра содержимого файлов:**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6350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- `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 — быстрый вывод всего файла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6350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- `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less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 — постраничный просмотр с навигацией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6350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- `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head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 и `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tail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 — просмотр начала и конца файла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6350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6350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endParaRPr lang="ru-RU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951220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Галерея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алерея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</TotalTime>
  <Words>643</Words>
  <Application>Microsoft Office PowerPoint</Application>
  <PresentationFormat>Широкоэкранный</PresentationFormat>
  <Paragraphs>67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Gill Sans MT</vt:lpstr>
      <vt:lpstr>Symbol</vt:lpstr>
      <vt:lpstr>Times New Roman</vt:lpstr>
      <vt:lpstr>Галерея</vt:lpstr>
      <vt:lpstr>Презентация по лабораторной работе №7 Дисциплина: Архитектура компьютеров и операционные системы</vt:lpstr>
      <vt:lpstr>1. Информация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kristina dmitrieva</dc:creator>
  <cp:lastModifiedBy>kristina dmitrieva</cp:lastModifiedBy>
  <cp:revision>2</cp:revision>
  <dcterms:created xsi:type="dcterms:W3CDTF">2026-03-28T16:32:00Z</dcterms:created>
  <dcterms:modified xsi:type="dcterms:W3CDTF">2026-03-28T17:20:27Z</dcterms:modified>
</cp:coreProperties>
</file>